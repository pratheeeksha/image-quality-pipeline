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D856-0C5E-42A7-F51C-A6EC81CA9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790A4-8AC5-10B2-C8B6-EB2F237D7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223D2-611A-7820-75FC-C77B3778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E4435-8D03-DB90-16BE-955E045F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7709-0688-2CDE-345E-D2224990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16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5A0D-A399-247F-0C42-5A5111B6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575B5-8855-50E1-A5D7-809BFF9A1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6DC2-C718-C1B9-1C25-D95B189C3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39C0-D1E4-ECF3-8486-C53764EE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12CB2-334B-7C24-6462-73159A8C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865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D658-1E4F-F2D2-54B2-619BFD58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418C9-C3C5-6744-F764-22F2B3390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85EFA-061D-9D6B-6E79-DF34B71F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22E10-CDC8-6DCC-4498-303F42B8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5A45E-17E5-805F-9DBA-847CFEC6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63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14640-7062-A9A6-9F8E-301C6128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55ED5-8FDF-1A24-79A2-1269D0E2C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B84F2-C07F-7816-A2DD-30BFA1C77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8B1B0-9176-7E64-51D5-1EFA2533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2E58A-90C0-C9E2-6948-8C01B900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CDE1F-3F6D-A4BB-2DD6-48D7FCCF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70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87BCC-3B19-626C-09C6-A1658586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8082A-6F60-2D80-6F2A-1CF588E53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E6066-0D84-5BC6-44F5-CCF0FC65B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607B5-7615-732B-01E9-1A63C56A5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F660D-5CD2-902C-2CB0-0CBC2FEF5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D78EA-11A9-436E-9412-046CA426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3CF2D-1CD7-6CA7-53A1-10289DCD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1A7A7-AD5F-D1E9-4274-2F059BC7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44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7EE0-9A80-CC66-C34E-5BFEA697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D2978-9864-6A93-CB29-33C40EE8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B65D0-C552-ADBF-254B-06E025DD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7584A-6EFE-ECC7-D7FD-6EC77F3B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4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C0729-FC0A-B54E-F95B-90DB0BE1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2E90E-C1A8-FDA7-CB62-399F00791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A5070-951B-CEC0-EE6A-8EC62704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59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2A7E-9377-5F67-C7A0-E7DECF56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C1F9-82EF-A3D8-B77D-98740E96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59204-B2B9-C1CA-973F-DDF82DBD6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D4E9B-5974-2F30-0CE0-31964463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95309-E989-3684-E5F4-17F50225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0FBFD-CA1D-45D9-09AD-DD74BB41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4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323C-7185-B0DD-6032-85D477D9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2ADF4-4797-9033-3519-644B37150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8B192-06C0-BD55-527B-CC676497C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82CE4-3734-7070-6250-34845647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A5ABB-8FE7-10BF-E6B2-9EEF6A51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CED3-FD31-DC4C-3413-28F43850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4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0527-9A12-A66D-85CE-6EBDD7772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79C2F-B4B5-BC26-909D-066C5A59E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B6B19-06E8-D3B9-4A29-C45CDBAE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07B7-816E-C2F2-0D9A-BDF1A9605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20C7C-7C91-E006-0C0E-CBF1A6CB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72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CCEF93-49BD-585C-F229-B8278BA61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4111C-09C5-9497-3E2F-6BDB8F2C8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FF12A-BEF3-5DC7-6A79-CC0F7CD8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F5ED-9138-9F0B-4677-93B8C4D0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020CF-78A9-63BF-06A7-7488EB33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77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828F2-E29A-E5D3-4AC4-4D5A2BD1A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DF03E-E8D0-B2DD-DEF9-59125B93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8EE00-060E-4448-797C-4C043C356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A1B0C-6F4A-491D-AC88-567FBE60A2B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4EAB6-2420-3BE7-1D04-F00717402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B7428-D8C5-2493-4A6D-927DBDAC3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C4B74-2353-4F6A-98C2-B6DD7EEF2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25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6F3D5-F225-6F84-3D9E-E1CF7A83A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" y="0"/>
            <a:ext cx="12172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1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0313DB-DD1C-0422-1001-29CE1A126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92" y="0"/>
            <a:ext cx="11869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58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62DF83-AC1B-E4B0-75EA-6FF7394BA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1" y="0"/>
            <a:ext cx="12118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03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9D53A-9ACE-7B5E-DB14-7A9C10A87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" y="0"/>
            <a:ext cx="119740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8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BC1AE-A759-F2AD-A9A4-BB5119C56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86" y="0"/>
            <a:ext cx="11907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954B7-0E9E-6B96-0015-2D2769E25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6" y="0"/>
            <a:ext cx="11990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5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E75ED-23DE-1EF2-7AD5-81E1A4E2F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72" y="0"/>
            <a:ext cx="11897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5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4A3DD-4F74-0EBC-CDC4-EBAA1EC0C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5" y="0"/>
            <a:ext cx="11972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4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55E88-7A5E-2B64-196B-00102991E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" y="0"/>
            <a:ext cx="12173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59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pratheeksha nayak</dc:creator>
  <cp:lastModifiedBy>pratheeksha nayak</cp:lastModifiedBy>
  <cp:revision>1</cp:revision>
  <dcterms:created xsi:type="dcterms:W3CDTF">2026-05-07T08:29:22Z</dcterms:created>
  <dcterms:modified xsi:type="dcterms:W3CDTF">2026-05-07T08:43:01Z</dcterms:modified>
</cp:coreProperties>
</file>